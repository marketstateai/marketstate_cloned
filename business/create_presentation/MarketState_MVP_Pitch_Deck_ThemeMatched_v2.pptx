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Pitch Deck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685800" y="2990088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461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MARKETSTATE INVESTMENT INTELLIGENCE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5440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Prepared by: Founder Team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Date: April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7" name="Shape 5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10698480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Active investors have portfolios spread across brokers,</a:t>
            </a:r>
            <a:endParaRPr lang="en-US" sz="3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pensions, and crypto platforms, but no single system that</a:t>
            </a:r>
            <a:endParaRPr lang="en-US" sz="3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shows whether they are truly on track toward a long-term goal.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Result: fragmented visibility, reactive behavior, and weak conviction in key decisions.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7" name="Shape 5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10698480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 is a goal-driven investor operating system:</a:t>
            </a:r>
            <a:endParaRPr lang="en-US" sz="3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source of truth for portfolio performance,</a:t>
            </a:r>
            <a:endParaRPr lang="en-US" sz="3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32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clear risk context, and high-signal action prompts.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optimize for better decisions, not platform noise.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7" name="Shape 5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The category is validated by large portfolio and finance platforms.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Users already pay for visibility and performance reporting.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Our wedge is active multi-account investors who need decision support.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Niche-first entry gives us faster product-market fit and clearer positioning.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now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demand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SCOPE (MVP)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Unified dashboard: positions, allocation, and progress.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Watchlists and threshold-based alerts.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Risk analytics: concentration, drawdown, volatility.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Monthly reporting exports and paid entitlements.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MVP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 core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paid from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day 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Simple subscription model at $10/month.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Validation target: 2,000 paying users in year one.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Long-term direction: 100k paid users at scale.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Optional capped LTD can support early cash flow and testimonials.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Economics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$10/mo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paid-first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retention-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driven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COMPETITION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We do not compete as a brokerage replacement.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We do not compete as a generic budgeting platform.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We compete as the investor decision layer across fragmented accounts.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Differentiator: workflow clarity + actionability + focused ICP.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Position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Decision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active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investors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GO-TO-MARKET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Primary channels: Reddit and X finance communities.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Weekly operating cadence: educational content, demos, user interviews.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Paid beta strategy to prioritize conversion-quality feedback.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Trust levers: changelog, transparent roadmap, and security narrative.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GTM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Niche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community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&amp; EXECUTION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Frontend owner: product UX, onboarding, and activation.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Backend owner: auth, APIs, and core workflow integrity.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Data owner: ingestion quality, pricing, and analytics.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Platform owner: reliability, CI/CD, and security posture.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Operating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4-person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specialist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37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FUNDING ASK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060704"/>
            <a:ext cx="10835640" cy="0"/>
          </a:xfrm>
          <a:prstGeom prst="line">
            <a:avLst/>
          </a:prstGeom>
          <a:noFill/>
          <a:ln w="12700">
            <a:solidFill>
              <a:srgbClr val="8B8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66294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Raise to deliver paid beta, reliability milestones, and GTM testing.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Use of funds: product completion, data quality, and acquisition experiments.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Near-term success: repeatable paid conversion and early retention proof.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• Long-term vision: the default operating layer for active investors.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18120" y="1554480"/>
            <a:ext cx="3611880" cy="3429000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8B8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Next step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5008" y="2816352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align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round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size and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1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6960" y="5687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MarketState</a:t>
            </a:r>
            <a:endParaRPr lang="en-US" sz="1111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1" dirty="0">
                <a:solidFill>
                  <a:srgbClr val="2E31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Company</a:t>
            </a:r>
            <a:endParaRPr lang="en-US" sz="1111" dirty="0"/>
          </a:p>
        </p:txBody>
      </p:sp>
      <p:sp>
        <p:nvSpPr>
          <p:cNvPr id="9" name="Shape 7"/>
          <p:cNvSpPr/>
          <p:nvPr/>
        </p:nvSpPr>
        <p:spPr>
          <a:xfrm>
            <a:off x="11155680" y="5742432"/>
            <a:ext cx="329184" cy="420624"/>
          </a:xfrm>
          <a:prstGeom prst="rect">
            <a:avLst/>
          </a:prstGeom>
          <a:solidFill>
            <a:srgbClr val="ECEBE6">
              <a:alpha val="0"/>
            </a:srgbClr>
          </a:solidFill>
          <a:ln w="12700">
            <a:solidFill>
              <a:srgbClr val="2E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587959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6016752"/>
            <a:ext cx="329184" cy="0"/>
          </a:xfrm>
          <a:prstGeom prst="line">
            <a:avLst/>
          </a:prstGeom>
          <a:noFill/>
          <a:ln w="12700">
            <a:solidFill>
              <a:srgbClr val="2E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100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3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MarketState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MarketState Pitch Deck</dc:title>
  <dc:subject>Investor Pitch Deck</dc:subject>
  <dc:creator>MarketState</dc:creator>
  <cp:lastModifiedBy>MarketState</cp:lastModifiedBy>
  <cp:revision>1</cp:revision>
  <dcterms:created xsi:type="dcterms:W3CDTF">2026-04-19T10:42:54Z</dcterms:created>
  <dcterms:modified xsi:type="dcterms:W3CDTF">2026-04-19T10:42:54Z</dcterms:modified>
</cp:coreProperties>
</file>